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Logistics RAG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02920" y="19659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inventory, your policies — instantly searchable.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26060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logistics platform for managers and their teams.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3108960"/>
            <a:ext cx="320040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Pre-launch pitch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daily frustrations every logistics manager knows.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2651760" cy="3108960"/>
          </a:xfrm>
          <a:prstGeom prst="rect">
            <a:avLst/>
          </a:prstGeom>
          <a:solidFill>
            <a:srgbClr val="E0F4F7"/>
          </a:solidFill>
          <a:ln w="12700">
            <a:solidFill>
              <a:srgbClr val="E0F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572768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72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4128" y="157276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is this product?"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214884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dig through emails, spreadsheets, and chat threads to answer a question that should take 10 seconds.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51760" cy="3108960"/>
          </a:xfrm>
          <a:prstGeom prst="rect">
            <a:avLst/>
          </a:prstGeom>
          <a:solidFill>
            <a:srgbClr val="FDF0EB"/>
          </a:solidFill>
          <a:ln w="12700">
            <a:solidFill>
              <a:srgbClr val="FDF0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1572768"/>
            <a:ext cx="420624" cy="420624"/>
          </a:xfrm>
          <a:prstGeom prst="ellipse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572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04488" y="157276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interrupt constantly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10712" y="214884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escalate routine policy questions to managers — not because they can't find the answer, but because they don't know where to look.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417320"/>
            <a:ext cx="2651760" cy="3108960"/>
          </a:xfrm>
          <a:prstGeom prst="rect">
            <a:avLst/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1572768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572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84848" y="157276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source of truth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91072" y="214884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details, arrival dates, shipment contents, and internal procedures live in different tools with no unified view.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</a:t>
            </a:r>
            <a:pPr algn="l" indent="0" marL="0">
              <a:buNone/>
            </a:pPr>
            <a:r>
              <a:rPr lang="en-US" sz="2600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your team needs to know about inventory — </a:t>
            </a:r>
            <a:pPr algn="l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asking anyone.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2331720"/>
            <a:ext cx="2697480" cy="2423160"/>
          </a:xfrm>
          <a:prstGeom prst="rect">
            <a:avLst/>
          </a:prstGeom>
          <a:solidFill>
            <a:srgbClr val="1629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331720"/>
            <a:ext cx="269748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4203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dashboard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visibility on products, vendors, and shipment history. One searchable, structured view.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46120" y="2331720"/>
            <a:ext cx="2697480" cy="2423160"/>
          </a:xfrm>
          <a:prstGeom prst="rect">
            <a:avLst/>
          </a:prstGeom>
          <a:solidFill>
            <a:srgbClr val="1629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2331720"/>
            <a:ext cx="269748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254203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chat for staff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29000" y="301752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ask questions and get cited answers — drawn from your actual policy documents.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0" y="2331720"/>
            <a:ext cx="2697480" cy="2423160"/>
          </a:xfrm>
          <a:prstGeom prst="rect">
            <a:avLst/>
          </a:prstGeom>
          <a:solidFill>
            <a:srgbClr val="1629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2331720"/>
            <a:ext cx="269748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254203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chat for managers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09360" y="301752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queries over live inventory data. Ask in plain English, get SQL-precision answers.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workflows. One unified platform.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98448"/>
            <a:ext cx="39776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98448"/>
            <a:ext cx="39776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993392"/>
            <a:ext cx="3611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Add vendors with contact details and origin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Log shipments — what arrived, when, from whom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Each shipment contains one or more products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Search and filter the full inventory at a glance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Managers get complete provenance for every item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54880" y="1298448"/>
            <a:ext cx="39776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298448"/>
            <a:ext cx="3977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48132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layer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993392"/>
            <a:ext cx="3611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Upload policy documents (PDF, DOCX, text)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System chunks and embeds them automatically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Employees ask questions, get cited answers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Managers query live inventory in plain English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All AI runs locally (Ollama) or via OpenAI — your choice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 behind the chat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information problems. One product that solves both.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3977640" cy="3429000"/>
          </a:xfrm>
          <a:prstGeom prst="rect">
            <a:avLst/>
          </a:prstGeom>
          <a:solidFill>
            <a:srgbClr val="E0F4F7"/>
          </a:solidFill>
          <a:ln w="12700">
            <a:solidFill>
              <a:srgbClr val="B2DF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50876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chat  —  For employees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2029968"/>
            <a:ext cx="3611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Uploaded policy documents (PDF, DOCX)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Semantic search over embedded document chunks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Cited answers grounded in real policy text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Employees stop interrupting managers for routine questions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54880" y="1325880"/>
            <a:ext cx="3977640" cy="3429000"/>
          </a:xfrm>
          <a:prstGeom prst="rect">
            <a:avLst/>
          </a:prstGeom>
          <a:solidFill>
            <a:srgbClr val="FEF9EE"/>
          </a:solidFill>
          <a:ln w="12700">
            <a:solidFill>
              <a:srgbClr val="F5D7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56048" y="150876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chat  —  For managers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56048" y="2029968"/>
            <a:ext cx="3611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Live PostgreSQL inventory database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Natural language → SQL → structured answer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SQL-precision answers to plain English questions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Managers get instant visibility without digging through records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5112" y="2697480"/>
            <a:ext cx="493776" cy="493776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25112" y="26974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tools miss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is busy — but no one has solved this specific problem.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89888"/>
            <a:ext cx="841248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563624"/>
            <a:ext cx="420624" cy="420624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63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4630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/ Kinaxis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81051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ERP suites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572768"/>
            <a:ext cx="27432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7872" y="1481328"/>
            <a:ext cx="5074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6–18 month implementation. Six-figure contracts. Built for global retail, not internal logistics teams.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286000"/>
            <a:ext cx="841248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459736"/>
            <a:ext cx="420624" cy="420624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459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23591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Cin7 / Zoho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270662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platforms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83280" y="2468880"/>
            <a:ext cx="27432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47872" y="2377440"/>
            <a:ext cx="5074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retail SKU management and e-commerce. No vendor provenance tracking, no employee policy RAG.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5760" y="3182112"/>
            <a:ext cx="841248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355848"/>
            <a:ext cx="420624" cy="420624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355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325526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ClickUp / Monday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360273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workspaces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83280" y="3364992"/>
            <a:ext cx="27432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47872" y="3273552"/>
            <a:ext cx="5074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is generic — it doesn't understand your vendor relationships or query your live structured data.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65760" y="4078224"/>
            <a:ext cx="841248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4251960"/>
            <a:ext cx="420624" cy="420624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51560" y="41513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RAG builds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51560" y="44988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Bespoke agency work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83280" y="4261104"/>
            <a:ext cx="27432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47872" y="4169664"/>
            <a:ext cx="5074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cost, long timeline, and you own the maintenance burden forever. No off-the-shelf deployment.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structural advantages that harden over time.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4023360" cy="1024128"/>
          </a:xfrm>
          <a:prstGeom prst="rect">
            <a:avLst/>
          </a:prstGeom>
          <a:solidFill>
            <a:srgbClr val="1629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8132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719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moat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1984248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shipment logged is irreplaceable context. The longer teams use it, the harder it is to rip out.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542032"/>
            <a:ext cx="4023360" cy="1024128"/>
          </a:xfrm>
          <a:prstGeom prst="rect">
            <a:avLst/>
          </a:prstGeom>
          <a:solidFill>
            <a:srgbClr val="1629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517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Dual-RAG architecture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3154680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Text-to-SQL for live data + document RAG for policy. No competitor combines both in one logistics-native product.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712464"/>
            <a:ext cx="4023360" cy="1024128"/>
          </a:xfrm>
          <a:prstGeom prst="rect">
            <a:avLst/>
          </a:prstGeom>
          <a:solidFill>
            <a:srgbClr val="1629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82219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0599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option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4325112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100% locally via Ollama. Zero data leaves the building — a genuine unlock for regulated industries.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92040" y="1371600"/>
            <a:ext cx="4023360" cy="1024128"/>
          </a:xfrm>
          <a:prstGeom prst="rect">
            <a:avLst/>
          </a:prstGeom>
          <a:solidFill>
            <a:srgbClr val="1629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148132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1719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speed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029200" y="1984248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to onboard — not months. No ERP consultant required. One manager can set it up for their team.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92040" y="2542032"/>
            <a:ext cx="4023360" cy="1024128"/>
          </a:xfrm>
          <a:prstGeom prst="rect">
            <a:avLst/>
          </a:prstGeom>
          <a:solidFill>
            <a:srgbClr val="1629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26517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28895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template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029200" y="3154680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working product becomes a repeatable blueprint: medical supplies, construction, food distribution — same core, new skin.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phases. Start small, prove value, expand.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697480" cy="3429000"/>
          </a:xfrm>
          <a:prstGeom prst="rect">
            <a:avLst/>
          </a:prstGeom>
          <a:solidFill>
            <a:srgbClr val="E0F4F7"/>
          </a:solidFill>
          <a:ln w="12700">
            <a:solidFill>
              <a:srgbClr val="B2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71600"/>
            <a:ext cx="269748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536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" y="18288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— one team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0352" y="2304288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for one manager and their direct reports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existing vendor + product data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2–3 core policy documents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for 30 days, measure time savings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2697480" cy="3429000"/>
          </a:xfrm>
          <a:prstGeom prst="rect">
            <a:avLst/>
          </a:prstGeom>
          <a:solidFill>
            <a:srgbClr val="F3EF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371600"/>
            <a:ext cx="269748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0712" y="1536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10712" y="18288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— one company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10712" y="2304288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to all managers in the organisation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full vendor/shipment history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out complete policy document library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manager escalation rate reduction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371600"/>
            <a:ext cx="2697480" cy="3429000"/>
          </a:xfrm>
          <a:prstGeom prst="rect">
            <a:avLst/>
          </a:prstGeom>
          <a:solidFill>
            <a:srgbClr val="FEF9EE"/>
          </a:solidFill>
          <a:ln w="12700">
            <a:solidFill>
              <a:srgbClr val="F5D78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371600"/>
            <a:ext cx="26974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1072" y="1536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91072" y="18288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— new verticals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91072" y="2304288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as a repeatable SaaS offering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Re-skin for medical / construction / food sectors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multi-tenant admin, billing, onboarding flows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for acquisition or Series 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063240" y="3090672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943600" y="3090672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4008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spends hours
asking each other questions
that are already answered
</a:t>
            </a:r>
            <a:pPr algn="l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own data.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3429000"/>
            <a:ext cx="384048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429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run a 30-day pilot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4206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team. One month. Measurable results.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Vendor Logistics RAG — Pitch Deck</dc:title>
  <dc:subject>PptxGenJS Presentation</dc:subject>
  <dc:creator>PptxGenJS</dc:creator>
  <cp:lastModifiedBy>PptxGenJS</cp:lastModifiedBy>
  <cp:revision>1</cp:revision>
  <dcterms:created xsi:type="dcterms:W3CDTF">2026-06-04T02:53:48Z</dcterms:created>
  <dcterms:modified xsi:type="dcterms:W3CDTF">2026-06-04T02:53:48Z</dcterms:modified>
</cp:coreProperties>
</file>